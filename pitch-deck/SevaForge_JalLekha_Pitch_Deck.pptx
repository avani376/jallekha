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0742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Fill every field exactly as entered in the online application form so reviewers can match the deck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Reviewers look for a clearly defined, real and significant problem backed by evidence. One strong statistic is better than many weak ones. Cite the source for every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clearly how the solution addresses the problem on Slide 2. Compare against what exists today — reviewers score originality and relevance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realistic. A clear, costed plan with an identified adopting department scores better than an ambitious but vague one. Mention any validation already done (tests, user feedback, certifications).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Quantify impact wherever possible and state your assumptions. Where relevant, link the solution to an existing Government scheme, mission or the Sustainable Development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only active team members. Be specific about the support requested — it helps the organisers match you with the right mentor, department or incubator.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&gt; JALLEKHA - TEAM SEVAFORGE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315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JalLekha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83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water-balance engine that reconciles tanker receipts, tank readings and meter logs - what came in, what was measured, what needs checking.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52160" y="777240"/>
            <a:ext cx="2834640" cy="3108960"/>
          </a:xfrm>
          <a:prstGeom prst="roundRect">
            <a:avLst>
              <a:gd name="adj" fmla="val 3226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035040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 - live demo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035040" y="1298448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Deterministic engine - AI never decides.</a:t>
            </a:r>
            <a:endParaRPr lang="en-US" sz="1050" b="1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55 unit + 33 e2e checks, all green.</a:t>
            </a:r>
            <a:endParaRPr lang="en-US" sz="1050" b="1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Browser demo · synthetic data.</a:t>
            </a:r>
            <a:endParaRPr lang="en-US" sz="1050" b="1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050" b="1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endParaRPr lang="en-US" sz="105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0" y="256032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C9D2EC"/>
                </a:solidFill>
                <a:latin typeface="Nirmala UI"/>
              </a:rPr>
              <a:t>Sector: Sustainability - Energy, Climate and Others</a:t>
            </a:r>
          </a:p>
          <a:p>
            <a:r>
              <a:rPr sz="1050">
                <a:solidFill>
                  <a:srgbClr val="C9D2EC"/>
                </a:solidFill>
                <a:latin typeface="Nirmala UI"/>
              </a:rPr>
              <a:t>Sub-theme: pollution mitigation, water conservation, waste management</a:t>
            </a:r>
          </a:p>
          <a:p>
            <a:r>
              <a:rPr sz="1050">
                <a:solidFill>
                  <a:srgbClr val="C9D2EC"/>
                </a:solidFill>
                <a:latin typeface="Nirmala UI"/>
              </a:rPr>
              <a:t>Track A - Product / Technology Solution · Open Level</a:t>
            </a:r>
          </a:p>
        </p:txBody>
      </p:sp>
      <p:pic>
        <p:nvPicPr>
          <p:cNvPr id="21" name="Picture 20" descr="app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336" y="2267712"/>
            <a:ext cx="2121408" cy="1325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35040" y="3648456"/>
            <a:ext cx="25146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28C28"/>
                </a:solidFill>
                <a:latin typeface="Nirmala UI"/>
              </a:rPr>
              <a:t>jallekha.vercel.app/demo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real challenge in society, government service or industry are you solving?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2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is the problem?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Tanker receipts, tank dipstick readings and cumulative meter logs live in three separate registers. When water doesn't add up, staff trace entries by hand - and the register cannot say why.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3520440" y="12984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affected, and where?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1572768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Campus facilities teams and housing-society maintenance staff; students and residents feel it in billing disputes and unreliable supply. Target: urban Maharashtra.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59436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Honest by design: no field pilot yet. The engine is validated on synthetic ledgers - 55 unit tests and 33 browser checks assert the four signature scenarios to the litre (docs/VALIDATION.md).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97180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520440" y="30815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gaps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3355848"/>
            <a:ext cx="2468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Registers total numbers but flag nothing: duplicates go unnoticed, missing readings read as losses, and corrections overwrite the audit trail - disputes cannot be evidenced.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1188720"/>
            <a:ext cx="2377440" cy="3429000"/>
          </a:xfrm>
          <a:prstGeom prst="roundRect">
            <a:avLst>
              <a:gd name="adj" fmla="val 3846"/>
            </a:avLst>
          </a:prstGeom>
          <a:solidFill>
            <a:srgbClr val="1B2A5C"/>
          </a:solidFill>
          <a:ln w="12700">
            <a:solidFill>
              <a:srgbClr val="1B2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400800" y="1508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286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separate registers - one water balance that must agree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33832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Unmeasured losses stay invisible; supplier disputes stay unresolvable.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&amp; Innovation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have you built or designed, how does it work, and what is new about it?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3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Our solution in brief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81328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Facilities teams record tanker receipts, tank readings and meter values; a deterministic engine reconciles them into one water balance with a visible uncertainty interval - and findings become owned, evidence-backed cases.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595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595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12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Input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Receipts, dipstick readings, meter logs - typed or CSV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6276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8288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311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22311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120" dirty="0"/>
          </a:p>
        </p:txBody>
      </p:sp>
      <p:sp>
        <p:nvSpPr>
          <p:cNvPr id="19" name="Text 17"/>
          <p:cNvSpPr txBox="1"/>
          <p:nvPr/>
        </p:nvSpPr>
        <p:spPr>
          <a:xfrm>
            <a:off x="19019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Process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Engine computes R = O + D - U - C with summed bounds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99232" y="329184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200400" y="2724912"/>
            <a:ext cx="1170432" cy="1783080"/>
          </a:xfrm>
          <a:prstGeom prst="roundRect">
            <a:avLst>
              <a:gd name="adj" fmla="val 625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02736" y="283464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3602736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3273552" y="32735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Output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3566160"/>
            <a:ext cx="987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Verdict, findings, owned cases, audit trail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makes it new?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36192"/>
          <a:ext cx="3931920" cy="19202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Existing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Our approach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Cost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₹ 0 software + hours of tracing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₹ 0 licence - any browser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Speed / time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Days of hand-tracing per dispute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Seconds to a documented verdict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Reach / access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One register-holder's memory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Any operator; CSV in, review out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2A5C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Ease of use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Spreadsheet discipline required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6B7280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Guided demo; plain-language verdicts</a:t>
                      </a:r>
                      <a:endParaRPr lang="en-US" sz="10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Key USP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4754880" y="38862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Uncertainty you can see and verdicts that never accuse - same inputs, same verdict, and every correction keeps its before-and-after history.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Feasibility &amp; Implementation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How ready is the solution, and what will it take to implement it on the ground?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4 of 6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170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Current stage (mark ✔ where you are today)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1783080"/>
            <a:ext cx="7315200" cy="0"/>
          </a:xfrm>
          <a:prstGeom prst="line">
            <a:avLst/>
          </a:prstGeom>
          <a:noFill/>
          <a:ln w="25400">
            <a:solidFill>
              <a:srgbClr val="C3CAE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589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1828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Idea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877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20116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Proof of Concept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16552" y="1627632"/>
            <a:ext cx="310896" cy="310896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Working Prototype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453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56692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Field Pilot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74152" y="1627632"/>
            <a:ext cx="310896" cy="31089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Ready to Deploy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Next.js 16 + TypeScript web app; pure-TypeScript rule engine recon-v1.0; CSV import; browser-local storage; optional provider-neutral AI, off by default.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269748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Estimated cost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₹ 0 licence - runs in a browser on one existing device. Pilot needs operator time only: no sensors, no hardware.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480060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80060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Now: 4-6 week single-device pilot. Next: shared authenticated workspaces (adapter designed). Then: multi-site rollup.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2514600"/>
            <a:ext cx="1920240" cy="2103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6903720" y="26243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Partners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898648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Seeking one permissioned campus or society; measurement-quality mentorship; a route toward a government-department pilot.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&amp; Scalability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What change will your solution create, and how can it grow beyond the first location?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5 of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48640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Beneficiaries reached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pilot campus or society in year 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64408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355848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Saving in cost / time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355848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impact metrics instrumented - baselines set on field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71616" y="118872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DEBD7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163056" y="12801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6163056" y="193852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Jobs or livelihoods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163056" y="22128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 domains evidenced: water, haulage, trust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Social impact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Evidence-backed records end billing disputes and repeat reconciliation work; residents see a documented balance instead of a disputed bill.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3401568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Sustainability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401568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Zero-licence software on existing devices. The pilot publishes baselines first - no litres-saved claims before field data exists.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283464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9DE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08776" y="294436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Scale-up plan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208776" y="32186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NOW: single-device pilot &gt; NEXT: shared authenticated workspaces (adapter designed) &gt; THEN: multi-site rollup for a campus chain or ward.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457200" y="3474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154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0175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Team/Individual &amp; Support Required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Who is behind the idea, and what help do you need from the Challenge?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b="1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AJ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Arya Jannawar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Team Lead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Product &amp; the reconciliation equation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697480" y="118872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834640" y="137160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2834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b="1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SP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13533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Siddhant Pardeshi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160934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Quality &amp; user workflow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447288" y="18288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55-test gate, 33 browser journeys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94360" y="265176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9436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b="1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AV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Avani Jannawar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889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Engineering lead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Engine, CSV pipeline, adapters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97480" y="246888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253870"/>
          </a:solidFill>
          <a:ln w="12700">
            <a:solidFill>
              <a:srgbClr val="2538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834640" y="2651760"/>
            <a:ext cx="502920" cy="502920"/>
          </a:xfrm>
          <a:prstGeom prst="ellipse">
            <a:avLst/>
          </a:prstGeom>
          <a:solidFill>
            <a:srgbClr val="3A4C85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28346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b="1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VS</a:t>
            </a:r>
            <a:endParaRPr lang="en-US" sz="700" dirty="0"/>
          </a:p>
        </p:txBody>
      </p:sp>
      <p:sp>
        <p:nvSpPr>
          <p:cNvPr id="27" name="Text 25"/>
          <p:cNvSpPr txBox="1"/>
          <p:nvPr/>
        </p:nvSpPr>
        <p:spPr>
          <a:xfrm>
            <a:off x="3447288" y="26334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Vijay Sahu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447288" y="28895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i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Research &amp; validation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447288" y="31089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Measurement uncertainty &amp; evidence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Mentor: to be assigned - seeking measurement-quality and study-design guidance.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120640" y="1188720"/>
            <a:ext cx="35661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5303520" y="1325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2A5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Support we are seeking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349240" y="1764792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5669280" y="1737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One permissioned pilot campus or society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2148840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566928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Mentorship: study design &amp; measurement quality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349240" y="2532888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5669280" y="25054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Lab access for reviewer-time measurement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2916936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5669280" y="28895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route to shared, authenticated deployment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349240" y="3300984"/>
            <a:ext cx="182880" cy="18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56692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Introduction to a department for a broader pilot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3703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 4-6 week pilot on one device publishes the first honest baselines - turning the prototype into evidence.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4343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28C28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Thank you  |  Team SevaForge · github.com/Avani376/jallekha · jallekha.vercel.app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0" y="4846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C9D2E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Seva Innovation Challenge 2026  |  Slide 6 of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1008</Words>
  <Application>Microsoft Office PowerPoint</Application>
  <PresentationFormat>On-screen Show (16:9)</PresentationFormat>
  <Paragraphs>138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Nirmala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Innovation Challenge – Reference Pitch Deck</dc:title>
  <dc:subject>PptxGenJS Presentation</dc:subject>
  <dc:creator>PptxGenJS</dc:creator>
  <cp:lastModifiedBy>ceo_ispark@mssu.ac.in</cp:lastModifiedBy>
  <cp:revision>4</cp:revision>
  <dcterms:created xsi:type="dcterms:W3CDTF">2026-09-23T13:40:13Z</dcterms:created>
  <dcterms:modified xsi:type="dcterms:W3CDTF">2026-09-23T13:46:30Z</dcterms:modified>
</cp:coreProperties>
</file>